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Top 5 Departamentos por Número de Instituciones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Instituciones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21B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Bogotá D.C.</c:v>
                </c:pt>
                <c:pt idx="1">
                  <c:v>Antioquia</c:v>
                </c:pt>
                <c:pt idx="2">
                  <c:v>Valle del Cauca</c:v>
                </c:pt>
                <c:pt idx="3">
                  <c:v>Atlántico</c:v>
                </c:pt>
                <c:pt idx="4">
                  <c:v>Santander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</c:v>
                </c:pt>
                <c:pt idx="1">
                  <c:v>50</c:v>
                </c:pt>
                <c:pt idx="2">
                  <c:v>28</c:v>
                </c:pt>
                <c:pt idx="3">
                  <c:v>18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3-4542-870F-0EC3E66B4C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CO" sz="1300" b="0" i="0" u="none" strike="noStrike">
                <a:solidFill>
                  <a:srgbClr val="000000"/>
                </a:solidFill>
                <a:latin typeface="Arial"/>
              </a:rPr>
              <a:t>Distribución por Sector IES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Sector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2B-475C-A164-9F1EF0248E25}"/>
              </c:ext>
            </c:extLst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2B-475C-A164-9F1EF0248E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2B-475C-A164-9F1EF0248E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2B-475C-A164-9F1EF0248E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Privado</c:v>
                </c:pt>
                <c:pt idx="1">
                  <c:v>Oficial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435</c:v>
                </c:pt>
                <c:pt idx="1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2B-475C-A164-9F1EF0248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Distribución por Carácter 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Carácter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21B33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Universidad</c:v>
                </c:pt>
                <c:pt idx="1">
                  <c:v>Inst. Universitaria</c:v>
                </c:pt>
                <c:pt idx="2">
                  <c:v>Inst. Tecnológica</c:v>
                </c:pt>
                <c:pt idx="3">
                  <c:v>Inst. Técnica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268</c:v>
                </c:pt>
                <c:pt idx="1">
                  <c:v>254</c:v>
                </c:pt>
                <c:pt idx="2">
                  <c:v>68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A-4EF9-AA21-9A96EAFC7D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00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5087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de Educación Superior en Colombia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342900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Alejandra Lozano Daza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Electiva I – Ciencia de Datos con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Santiago de Cali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una diferencia significativa en la cantidad de instituciones de educación superior registradas según el departamento en Colombia?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un EDA integrando dos fuentes: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del gobierno (datos.gov.co) con el directorio de directivos 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SNIES del Ministerio de Educación (Excel)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84048" y="1161288"/>
            <a:ext cx="2523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1 — API Gov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Directivos 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datos.gov.co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 registros · 6 columnas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dirección, teléfono y correo de directivos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310128" y="1161288"/>
            <a:ext cx="2523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2 — Excel SNIES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 2024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Educación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 registros · 20 columnas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 cargo, sector, carácter y ubicación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35661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36208" y="1161288"/>
            <a:ext cx="2523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645920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por nombre de institución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2.218 registros combinados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columnas en total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uno a muchos (1 IES → N directivos)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417320"/>
            <a:ext cx="5486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46304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pd.read_excel()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41448" y="11430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441448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27248" y="1417320"/>
            <a:ext cx="5486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121408" y="1965960"/>
            <a:ext cx="146304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167128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67128" y="246888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info(), isnull()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05656" y="11430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105656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91456" y="1417320"/>
            <a:ext cx="5486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785616" y="1965960"/>
            <a:ext cx="146304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31336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46888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notas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tipos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9864" y="11430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76986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55664" y="1417320"/>
            <a:ext cx="5486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449824" y="1965960"/>
            <a:ext cx="146304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495544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95544" y="246888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34072" y="11430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43407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14032" y="1965960"/>
            <a:ext cx="146304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159752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59752" y="246888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hipótesis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7 filas de notas SNIES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mezclada al final del Excel (FUENTE, Fecha de corte, aclaraciones)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9384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0040" y="1929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562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typo en columna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03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CÓODIGO → CÓDIGO DE LA INSTITUCIÓN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8833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004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615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tipos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9626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→ Int64 en AÑO, SEMESTRE, IDs y cargos de personal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47288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0040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texto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721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str.strip() en columnas de texto para eliminar espacios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14 registros sin nombre de directivo · Conservar nulos de teléfono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Hallazgos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64592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únicas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64592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1460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válidos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Privado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64592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1228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tras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880360"/>
          <a:ext cx="8412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Distribuciones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97280"/>
          <a:ext cx="4297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0972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— Hipótesis Nula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diferencia significativa en la cantidad de instituciones de educación superior entre departamentos.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10972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— Hipótesis Alternativa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diferencia significativa en la cantidad de instituciones de educación superior entre departamentos.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Prueba Chi-cuadrado: 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1068.92 · p-valor = 0.0000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RECHAZA H₀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consumió exitosamente la API pública con 740 registros de 299 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limpieza eliminó 7 filas de metadata y corrigió tipos de datos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Bogotá, Antioquia y Valle del Cauca concentran la mayoría de 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privado predomina (69%) y las Universidades son el carácter más común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Chi-cuadrado confirmó distribución no uniforme entre departamentos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41732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códigos DANE con cero inicial para cruce con otras fuentes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variación semestral del personal como trabajo futuro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supresión en IES con menos de 10 personas para proteger datos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variables de género y etnia para análisis diferencial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377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310896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329184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Alejandra Lozano Daza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3 — EDA IES Colombia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Presentación en pantalla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2 - EDA IES Colombia</dc:title>
  <dc:subject>PptxGenJS Presentation</dc:subject>
  <dc:creator>PptxGenJS</dc:creator>
  <cp:lastModifiedBy>Diana Alejandra Lozano Daza</cp:lastModifiedBy>
  <cp:revision>3</cp:revision>
  <dcterms:created xsi:type="dcterms:W3CDTF">2026-05-26T18:39:02Z</dcterms:created>
  <dcterms:modified xsi:type="dcterms:W3CDTF">2026-05-29T20:39:50Z</dcterms:modified>
</cp:coreProperties>
</file>